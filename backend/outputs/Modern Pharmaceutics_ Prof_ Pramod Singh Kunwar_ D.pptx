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Trebuchet MS"/>
              </a:rPr>
              <a:t>Modern Pharmaceutics: Prof. Pramod Singh Kunwar, Dr. Mukesh Kumar Meena, Dr. Hemalatha G, and Dr. Sonia Narwal in this book i need the topics principle of pharmaceutics and the dosage form with a map and image for 4 pages in 20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  <a:latin typeface="Calibri"/>
              </a:rPr>
              <a:t>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Introduction to Modern Pharmaceutics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  <a:latin typeface="Calibri"/>
              </a:rPr>
              <a:t>Modern Pharmaceutics is a field of pharmacy that deals with the design, formulation, and evaluation of pharmaceutical products. It involves the application of pharmaceutical principles to create effective and safe drug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0879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Prof. Pramod Singh Kunwar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Dr. Mukesh Kumar Meena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Dr. Hemalatha 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Dr. Sonia Narwal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Principle of Pharmaceutics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  <a:latin typeface="Calibri"/>
              </a:rPr>
              <a:t>The principle of pharmaceutics involves the study of the physical and chemical properties of drugs and their interactions with other substances.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0879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Physical properties of drugs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Chemical properties of drugs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Interactions between drugs and other substances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Pharmacokinetics and pharmacodynamics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Dosage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  <a:latin typeface="Calibri"/>
              </a:rPr>
              <a:t>Dosage forms are the physical forms in which drugs are administered to the 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0879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Tablets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Capsules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Solutions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Suspensions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Emulsions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Map of Pharmaceutics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5029200" cy="530352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99"/>
                </a:solidFill>
                <a:latin typeface="Calibri"/>
              </a:rPr>
              <a:t>[ Image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99"/>
                </a:solidFill>
                <a:latin typeface="Calibri"/>
              </a:rPr>
              <a:t>A map of pharmaceutics illustrates the relationships between different concepts and principles in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Pharmaceutical chemistry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Pharmaceutical technology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Pharmacology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Toxicology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Flow of Pharmaceutics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99"/>
                </a:solidFill>
                <a:latin typeface="Calibri"/>
              </a:rPr>
              <a:t>The development of pharmaceutical products involves a series of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37560"/>
            <a:ext cx="2011680" cy="1005840"/>
          </a:xfrm>
          <a:prstGeom prst="round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7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42900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Drug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57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337560"/>
            <a:ext cx="2011680" cy="1005840"/>
          </a:xfrm>
          <a:prstGeom prst="round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B67D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342900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Preclinical trials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657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337560"/>
            <a:ext cx="2011680" cy="100584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6167"/>
                </a:solidFill>
                <a:latin typeface="Trebuchet M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342900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Clinical trials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657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F8EF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337560"/>
            <a:ext cx="2011680" cy="1005840"/>
          </a:xfrm>
          <a:prstGeom prst="round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F1C"/>
                </a:solidFill>
                <a:latin typeface="Trebuchet M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4" y="3429000"/>
            <a:ext cx="1901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Regulatory approval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99"/>
                </a:solidFill>
                <a:latin typeface="Calibri"/>
              </a:rPr>
              <a:t>In conclusion, modern pharmaceutics is a vital field that involves the application of pharmaceutical principles to create effective and safe drug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0879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Importance of pharmaceutics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Future prospects of pharmaceutics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Challenges in pharmaceutics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Opportunities in pharmaceutics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  <a:latin typeface="Calibri"/>
              </a:rPr>
              <a:t>Presentation on: Modern Pharmaceutics: Prof. Pramod Singh Kunwar, Dr. Mukesh Kumar Meena, Dr. Hemalatha G, and Dr. Sonia Narwal in this book i need the topics principle of pharmaceutics and the dosage form with a map and image for 4 pages in 20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