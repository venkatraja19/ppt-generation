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8504" y="364845"/>
            <a:ext cx="10515600" cy="132588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ctr"/>
            <a:r>
              <a:rPr sz="4000" b="1" i="0">
                <a:solidFill>
                  <a:srgbClr val="FF0000"/>
                </a:solidFill>
                <a:latin typeface="Times New Roman"/>
              </a:rPr>
              <a:t>INTRODUCTION OF PHARMACOLOGY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8504" y="1828800"/>
            <a:ext cx="10515600" cy="274320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sz="3200" b="1">
                <a:solidFill>
                  <a:srgbClr val="000000"/>
                </a:solidFill>
                <a:latin typeface="Times New Roman"/>
              </a:rPr>
              <a:t>Introduction to Pharmacology</a:t>
            </a:r>
          </a:p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sz="3200" b="1">
                <a:solidFill>
                  <a:srgbClr val="000000"/>
                </a:solidFill>
                <a:latin typeface="Times New Roman"/>
              </a:rPr>
              <a:t>History of Pharmacology</a:t>
            </a:r>
          </a:p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sz="3200" b="1">
                <a:solidFill>
                  <a:srgbClr val="000000"/>
                </a:solidFill>
                <a:latin typeface="Times New Roman"/>
              </a:rPr>
              <a:t>Pharmacology Branches</a:t>
            </a:r>
          </a:p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sz="3200" b="1">
                <a:solidFill>
                  <a:srgbClr val="000000"/>
                </a:solidFill>
                <a:latin typeface="Times New Roman"/>
              </a:rPr>
              <a:t>Drug Development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504" y="6355994"/>
            <a:ext cx="2743200" cy="364845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l"/>
            <a:r>
              <a:rPr sz="1200" b="0" i="0">
                <a:solidFill>
                  <a:srgbClr val="59687A"/>
                </a:solidFill>
                <a:latin typeface="Times New Roman"/>
              </a:rPr>
              <a:t>05/05/2026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38904" y="6355994"/>
            <a:ext cx="4114800" cy="364845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ctr"/>
            <a:r>
              <a:rPr sz="1200" b="0" i="0">
                <a:solidFill>
                  <a:srgbClr val="59687A"/>
                </a:solidFill>
                <a:latin typeface="Times New Roman"/>
              </a:rPr>
              <a:t>DEPARTMENT OF PHARMACY PRACTICE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10904" y="6355994"/>
            <a:ext cx="2743200" cy="364845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r"/>
            <a:r>
              <a:rPr sz="1200" b="0" i="0">
                <a:solidFill>
                  <a:srgbClr val="59687A"/>
                </a:solidFill>
                <a:latin typeface="Times New Roman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8504" y="364845"/>
            <a:ext cx="10515600" cy="132588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l"/>
            <a:r>
              <a:rPr sz="3600" b="1" i="0">
                <a:solidFill>
                  <a:srgbClr val="FF0000"/>
                </a:solidFill>
                <a:latin typeface="Times New Roman"/>
              </a:rPr>
              <a:t>Introduction to Pharmacology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8504" y="6355994"/>
            <a:ext cx="2743200" cy="364845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l"/>
            <a:r>
              <a:rPr sz="1200" b="0" i="0">
                <a:solidFill>
                  <a:srgbClr val="59687A"/>
                </a:solidFill>
                <a:latin typeface="Times New Roman"/>
              </a:rPr>
              <a:t>05/05/2026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38904" y="6355994"/>
            <a:ext cx="4114800" cy="364845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ctr"/>
            <a:r>
              <a:rPr sz="1200" b="0" i="0">
                <a:solidFill>
                  <a:srgbClr val="59687A"/>
                </a:solidFill>
                <a:latin typeface="Times New Roman"/>
              </a:rPr>
              <a:t>DEPARTMENT OF PHARMACY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10904" y="6355994"/>
            <a:ext cx="2743200" cy="364845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r"/>
            <a:r>
              <a:rPr sz="1200" b="0" i="0">
                <a:solidFill>
                  <a:srgbClr val="59687A"/>
                </a:solidFill>
                <a:latin typeface="Times New Roman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1384" y="1917496"/>
            <a:ext cx="10332720" cy="4438498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i="1">
                <a:solidFill>
                  <a:srgbClr val="44546A"/>
                </a:solidFill>
                <a:latin typeface="Times New Roman"/>
              </a:rPr>
              <a:t>Pharmacology is the study of how drugs interact with living organisms. It involves the discovery, development, and testing of new drugs. Pharmacology is a vital part of healthcare.</a:t>
            </a:r>
          </a:p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1800" b="1">
                <a:solidFill>
                  <a:srgbClr val="FF0000"/>
                </a:solidFill>
                <a:latin typeface="Times New Roman"/>
              </a:rPr>
              <a:t>▶  </a:t>
            </a:r>
            <a:r>
              <a:rPr sz="2200" b="0">
                <a:solidFill>
                  <a:srgbClr val="000000"/>
                </a:solidFill>
                <a:latin typeface="Times New Roman"/>
              </a:rPr>
              <a:t>Branch of medicine and biology</a:t>
            </a:r>
          </a:p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1800" b="1">
                <a:solidFill>
                  <a:srgbClr val="FF0000"/>
                </a:solidFill>
                <a:latin typeface="Times New Roman"/>
              </a:rPr>
              <a:t>▶  </a:t>
            </a:r>
            <a:r>
              <a:rPr sz="2200" b="0">
                <a:solidFill>
                  <a:srgbClr val="000000"/>
                </a:solidFill>
                <a:latin typeface="Times New Roman"/>
              </a:rPr>
              <a:t>Deals with chemical interactions</a:t>
            </a:r>
          </a:p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1800" b="1">
                <a:solidFill>
                  <a:srgbClr val="FF0000"/>
                </a:solidFill>
                <a:latin typeface="Times New Roman"/>
              </a:rPr>
              <a:t>▶  </a:t>
            </a:r>
            <a:r>
              <a:rPr sz="2200" b="0">
                <a:solidFill>
                  <a:srgbClr val="000000"/>
                </a:solidFill>
                <a:latin typeface="Times New Roman"/>
              </a:rPr>
              <a:t>Essential for disease treatment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8504" y="364845"/>
            <a:ext cx="10515600" cy="132588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l"/>
            <a:r>
              <a:rPr sz="3600" b="1" i="0">
                <a:solidFill>
                  <a:srgbClr val="FF0000"/>
                </a:solidFill>
                <a:latin typeface="Times New Roman"/>
              </a:rPr>
              <a:t>History of Pharmacology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8504" y="6355994"/>
            <a:ext cx="2743200" cy="364845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l"/>
            <a:r>
              <a:rPr sz="1200" b="0" i="0">
                <a:solidFill>
                  <a:srgbClr val="59687A"/>
                </a:solidFill>
                <a:latin typeface="Times New Roman"/>
              </a:rPr>
              <a:t>05/05/2026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38904" y="6355994"/>
            <a:ext cx="4114800" cy="364845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ctr"/>
            <a:r>
              <a:rPr sz="1200" b="0" i="0">
                <a:solidFill>
                  <a:srgbClr val="59687A"/>
                </a:solidFill>
                <a:latin typeface="Times New Roman"/>
              </a:rPr>
              <a:t>DEPARTMENT OF PHARMACY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10904" y="6355994"/>
            <a:ext cx="2743200" cy="364845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r"/>
            <a:r>
              <a:rPr sz="1200" b="0" i="0">
                <a:solidFill>
                  <a:srgbClr val="59687A"/>
                </a:solidFill>
                <a:latin typeface="Times New Roman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1384" y="1917496"/>
            <a:ext cx="10332720" cy="4438498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i="1">
                <a:solidFill>
                  <a:srgbClr val="44546A"/>
                </a:solidFill>
                <a:latin typeface="Times New Roman"/>
              </a:rPr>
              <a:t>Pharmacology has a rich history dating back thousands of years. Ancient civilizations used plants and natural substances for medicinal purposes.</a:t>
            </a:r>
          </a:p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1800" b="1">
                <a:solidFill>
                  <a:srgbClr val="FF0000"/>
                </a:solidFill>
                <a:latin typeface="Times New Roman"/>
              </a:rPr>
              <a:t>▶  </a:t>
            </a:r>
            <a:r>
              <a:rPr sz="2200" b="0">
                <a:solidFill>
                  <a:srgbClr val="000000"/>
                </a:solidFill>
                <a:latin typeface="Times New Roman"/>
              </a:rPr>
              <a:t>Ancient civilizations used medicinal plants</a:t>
            </a:r>
          </a:p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1800" b="1">
                <a:solidFill>
                  <a:srgbClr val="FF0000"/>
                </a:solidFill>
                <a:latin typeface="Times New Roman"/>
              </a:rPr>
              <a:t>▶  </a:t>
            </a:r>
            <a:r>
              <a:rPr sz="2200" b="0">
                <a:solidFill>
                  <a:srgbClr val="000000"/>
                </a:solidFill>
                <a:latin typeface="Times New Roman"/>
              </a:rPr>
              <a:t>Development of modern pharmacology in the 19th century</a:t>
            </a:r>
          </a:p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1800" b="1">
                <a:solidFill>
                  <a:srgbClr val="FF0000"/>
                </a:solidFill>
                <a:latin typeface="Times New Roman"/>
              </a:rPr>
              <a:t>▶  </a:t>
            </a:r>
            <a:r>
              <a:rPr sz="2200" b="0">
                <a:solidFill>
                  <a:srgbClr val="000000"/>
                </a:solidFill>
                <a:latin typeface="Times New Roman"/>
              </a:rPr>
              <a:t>Discovery of antibiotics and vaccines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8504" y="364845"/>
            <a:ext cx="10515600" cy="132588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l"/>
            <a:r>
              <a:rPr sz="3600" b="1" i="0">
                <a:solidFill>
                  <a:srgbClr val="FF0000"/>
                </a:solidFill>
                <a:latin typeface="Times New Roman"/>
              </a:rPr>
              <a:t>Pharmacology Branches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8504" y="6355994"/>
            <a:ext cx="2743200" cy="364845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l"/>
            <a:r>
              <a:rPr sz="1200" b="0" i="0">
                <a:solidFill>
                  <a:srgbClr val="59687A"/>
                </a:solidFill>
                <a:latin typeface="Times New Roman"/>
              </a:rPr>
              <a:t>05/05/2026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38904" y="6355994"/>
            <a:ext cx="4114800" cy="364845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ctr"/>
            <a:r>
              <a:rPr sz="1200" b="0" i="0">
                <a:solidFill>
                  <a:srgbClr val="59687A"/>
                </a:solidFill>
                <a:latin typeface="Times New Roman"/>
              </a:rPr>
              <a:t>DEPARTMENT OF PHARMACY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10904" y="6355994"/>
            <a:ext cx="2743200" cy="364845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r"/>
            <a:r>
              <a:rPr sz="1200" b="0" i="0">
                <a:solidFill>
                  <a:srgbClr val="59687A"/>
                </a:solidFill>
                <a:latin typeface="Times New Roman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1384" y="1917496"/>
            <a:ext cx="10332720" cy="4438498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i="1">
                <a:solidFill>
                  <a:srgbClr val="44546A"/>
                </a:solidFill>
                <a:latin typeface="Times New Roman"/>
              </a:rPr>
              <a:t>Pharmacology is divided into several branches, each focusing on a specific aspect of drug interaction.</a:t>
            </a:r>
          </a:p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1800" b="1">
                <a:solidFill>
                  <a:srgbClr val="FF0000"/>
                </a:solidFill>
                <a:latin typeface="Times New Roman"/>
              </a:rPr>
              <a:t>▶  </a:t>
            </a:r>
            <a:r>
              <a:rPr sz="2200" b="0">
                <a:solidFill>
                  <a:srgbClr val="000000"/>
                </a:solidFill>
                <a:latin typeface="Times New Roman"/>
              </a:rPr>
              <a:t>Pharmacokinetics: study of drug absorption</a:t>
            </a:r>
          </a:p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1800" b="1">
                <a:solidFill>
                  <a:srgbClr val="FF0000"/>
                </a:solidFill>
                <a:latin typeface="Times New Roman"/>
              </a:rPr>
              <a:t>▶  </a:t>
            </a:r>
            <a:r>
              <a:rPr sz="2200" b="0">
                <a:solidFill>
                  <a:srgbClr val="000000"/>
                </a:solidFill>
                <a:latin typeface="Times New Roman"/>
              </a:rPr>
              <a:t>Pharmacodynamics: study of drug effects</a:t>
            </a:r>
          </a:p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1800" b="1">
                <a:solidFill>
                  <a:srgbClr val="FF0000"/>
                </a:solidFill>
                <a:latin typeface="Times New Roman"/>
              </a:rPr>
              <a:t>▶  </a:t>
            </a:r>
            <a:r>
              <a:rPr sz="2200" b="0">
                <a:solidFill>
                  <a:srgbClr val="000000"/>
                </a:solidFill>
                <a:latin typeface="Times New Roman"/>
              </a:rPr>
              <a:t>Toxicology: study of drug toxicity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8504" y="364845"/>
            <a:ext cx="10515600" cy="132588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l"/>
            <a:r>
              <a:rPr sz="3600" b="1" i="0">
                <a:solidFill>
                  <a:srgbClr val="FF0000"/>
                </a:solidFill>
                <a:latin typeface="Times New Roman"/>
              </a:rPr>
              <a:t>Drug Development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8504" y="6355994"/>
            <a:ext cx="2743200" cy="364845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l"/>
            <a:r>
              <a:rPr sz="1200" b="0" i="0">
                <a:solidFill>
                  <a:srgbClr val="59687A"/>
                </a:solidFill>
                <a:latin typeface="Times New Roman"/>
              </a:rPr>
              <a:t>05/05/2026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38904" y="6355994"/>
            <a:ext cx="4114800" cy="364845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ctr"/>
            <a:r>
              <a:rPr sz="1200" b="0" i="0">
                <a:solidFill>
                  <a:srgbClr val="59687A"/>
                </a:solidFill>
                <a:latin typeface="Times New Roman"/>
              </a:rPr>
              <a:t>DEPARTMENT OF PHARMACY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10904" y="6355994"/>
            <a:ext cx="2743200" cy="364845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r"/>
            <a:r>
              <a:rPr sz="1200" b="0" i="0">
                <a:solidFill>
                  <a:srgbClr val="59687A"/>
                </a:solidFill>
                <a:latin typeface="Times New Roman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1384" y="1871776"/>
            <a:ext cx="10149840" cy="54864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l"/>
            <a:r>
              <a:rPr sz="1800" b="0" i="1">
                <a:solidFill>
                  <a:srgbClr val="44546A"/>
                </a:solidFill>
                <a:latin typeface="Times New Roman"/>
              </a:rPr>
              <a:t>The drug development process involves several stages, from discovery to approval.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3508" y="2944368"/>
            <a:ext cx="347472" cy="347472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3508" y="2944368"/>
            <a:ext cx="347472" cy="347472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35684" y="3337560"/>
            <a:ext cx="2103120" cy="118872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8836" y="3447288"/>
            <a:ext cx="1956816" cy="100584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Times New Roman"/>
              </a:rPr>
              <a:t>Discovery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38804" y="3730752"/>
            <a:ext cx="411480" cy="402336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ctr"/>
            <a:r>
              <a:rPr sz="2200" b="1" i="0">
                <a:solidFill>
                  <a:srgbClr val="FF0000"/>
                </a:solidFill>
                <a:latin typeface="Times New Roman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8108" y="2944368"/>
            <a:ext cx="347472" cy="347472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8108" y="2944368"/>
            <a:ext cx="347472" cy="347472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0284" y="3337560"/>
            <a:ext cx="2103120" cy="118872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23436" y="3447288"/>
            <a:ext cx="1956816" cy="100584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Times New Roman"/>
              </a:rPr>
              <a:t>Preclinical testing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53404" y="3730752"/>
            <a:ext cx="411480" cy="402336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ctr"/>
            <a:r>
              <a:rPr sz="2200" b="1" i="0">
                <a:solidFill>
                  <a:srgbClr val="FF0000"/>
                </a:solidFill>
                <a:latin typeface="Times New Roman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42708" y="2944368"/>
            <a:ext cx="347472" cy="347472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2708" y="2944368"/>
            <a:ext cx="347472" cy="347472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4884" y="3337560"/>
            <a:ext cx="2103120" cy="118872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8036" y="3447288"/>
            <a:ext cx="1956816" cy="100584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Times New Roman"/>
              </a:rPr>
              <a:t>Clinical trials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8004" y="3730752"/>
            <a:ext cx="411480" cy="402336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ctr"/>
            <a:r>
              <a:rPr sz="2200" b="1" i="0">
                <a:solidFill>
                  <a:srgbClr val="FF0000"/>
                </a:solidFill>
                <a:latin typeface="Times New Roman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57308" y="2944368"/>
            <a:ext cx="347472" cy="347472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57308" y="2944368"/>
            <a:ext cx="347472" cy="347472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79484" y="3337560"/>
            <a:ext cx="2103120" cy="118872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52636" y="3447288"/>
            <a:ext cx="1956816" cy="100584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Times New Roman"/>
              </a:rPr>
              <a:t>Approval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8504" y="364845"/>
            <a:ext cx="10515600" cy="132588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l"/>
            <a:r>
              <a:rPr sz="3600" b="1" i="0">
                <a:solidFill>
                  <a:srgbClr val="FF0000"/>
                </a:solidFill>
                <a:latin typeface="Times New Roman"/>
              </a:rPr>
              <a:t>Pharmacology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8504" y="6355994"/>
            <a:ext cx="2743200" cy="364845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l"/>
            <a:r>
              <a:rPr sz="1200" b="0" i="0">
                <a:solidFill>
                  <a:srgbClr val="59687A"/>
                </a:solidFill>
                <a:latin typeface="Times New Roman"/>
              </a:rPr>
              <a:t>05/05/2026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38904" y="6355994"/>
            <a:ext cx="4114800" cy="364845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ctr"/>
            <a:r>
              <a:rPr sz="1200" b="0" i="0">
                <a:solidFill>
                  <a:srgbClr val="59687A"/>
                </a:solidFill>
                <a:latin typeface="Times New Roman"/>
              </a:rPr>
              <a:t>DEPARTMENT OF PHARMACY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10904" y="6355994"/>
            <a:ext cx="2743200" cy="364845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r"/>
            <a:r>
              <a:rPr sz="1200" b="0" i="0">
                <a:solidFill>
                  <a:srgbClr val="59687A"/>
                </a:solidFill>
                <a:latin typeface="Times New Roman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1384" y="1917496"/>
            <a:ext cx="10332720" cy="4438498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i="1">
                <a:solidFill>
                  <a:srgbClr val="44546A"/>
                </a:solidFill>
                <a:latin typeface="Times New Roman"/>
              </a:rPr>
              <a:t>Pharmacology has numerous applications in healthcare and research.</a:t>
            </a:r>
          </a:p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1800" b="1">
                <a:solidFill>
                  <a:srgbClr val="FF0000"/>
                </a:solidFill>
                <a:latin typeface="Times New Roman"/>
              </a:rPr>
              <a:t>▶  </a:t>
            </a:r>
            <a:r>
              <a:rPr sz="2200" b="0">
                <a:solidFill>
                  <a:srgbClr val="000000"/>
                </a:solidFill>
                <a:latin typeface="Times New Roman"/>
              </a:rPr>
              <a:t>Treatment of diseases</a:t>
            </a:r>
          </a:p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1800" b="1">
                <a:solidFill>
                  <a:srgbClr val="FF0000"/>
                </a:solidFill>
                <a:latin typeface="Times New Roman"/>
              </a:rPr>
              <a:t>▶  </a:t>
            </a:r>
            <a:r>
              <a:rPr sz="2200" b="0">
                <a:solidFill>
                  <a:srgbClr val="000000"/>
                </a:solidFill>
                <a:latin typeface="Times New Roman"/>
              </a:rPr>
              <a:t>Pain management</a:t>
            </a:r>
          </a:p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1800" b="1">
                <a:solidFill>
                  <a:srgbClr val="FF0000"/>
                </a:solidFill>
                <a:latin typeface="Times New Roman"/>
              </a:rPr>
              <a:t>▶  </a:t>
            </a:r>
            <a:r>
              <a:rPr sz="2200" b="0">
                <a:solidFill>
                  <a:srgbClr val="000000"/>
                </a:solidFill>
                <a:latin typeface="Times New Roman"/>
              </a:rPr>
              <a:t>Vaccine development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8504" y="364845"/>
            <a:ext cx="10515600" cy="132588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l"/>
            <a:r>
              <a:rPr sz="3600" b="1" i="0">
                <a:solidFill>
                  <a:srgbClr val="FF0000"/>
                </a:solidFill>
                <a:latin typeface="Times New Roman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8504" y="6355994"/>
            <a:ext cx="2743200" cy="364845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l"/>
            <a:r>
              <a:rPr sz="1200" b="0" i="0">
                <a:solidFill>
                  <a:srgbClr val="59687A"/>
                </a:solidFill>
                <a:latin typeface="Times New Roman"/>
              </a:rPr>
              <a:t>05/05/2026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38904" y="6355994"/>
            <a:ext cx="4114800" cy="364845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ctr"/>
            <a:r>
              <a:rPr sz="1200" b="0" i="0">
                <a:solidFill>
                  <a:srgbClr val="59687A"/>
                </a:solidFill>
                <a:latin typeface="Times New Roman"/>
              </a:rPr>
              <a:t>DEPARTMENT OF PHARMACY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10904" y="6355994"/>
            <a:ext cx="2743200" cy="364845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r"/>
            <a:r>
              <a:rPr sz="1200" b="0" i="0">
                <a:solidFill>
                  <a:srgbClr val="59687A"/>
                </a:solidFill>
                <a:latin typeface="Times New Roman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1384" y="1917496"/>
            <a:ext cx="10332720" cy="4438498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i="1">
                <a:solidFill>
                  <a:srgbClr val="44546A"/>
                </a:solidFill>
                <a:latin typeface="Times New Roman"/>
              </a:rPr>
              <a:t>In conclusion, pharmacology is a vital field that has improved human health and quality of life.</a:t>
            </a:r>
          </a:p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1800" b="1">
                <a:solidFill>
                  <a:srgbClr val="FF0000"/>
                </a:solidFill>
                <a:latin typeface="Times New Roman"/>
              </a:rPr>
              <a:t>▶  </a:t>
            </a:r>
            <a:r>
              <a:rPr sz="2200" b="0">
                <a:solidFill>
                  <a:srgbClr val="000000"/>
                </a:solidFill>
                <a:latin typeface="Times New Roman"/>
              </a:rPr>
              <a:t>Pharmacology has come a long way</a:t>
            </a:r>
          </a:p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1800" b="1">
                <a:solidFill>
                  <a:srgbClr val="FF0000"/>
                </a:solidFill>
                <a:latin typeface="Times New Roman"/>
              </a:rPr>
              <a:t>▶  </a:t>
            </a:r>
            <a:r>
              <a:rPr sz="2200" b="0">
                <a:solidFill>
                  <a:srgbClr val="000000"/>
                </a:solidFill>
                <a:latin typeface="Times New Roman"/>
              </a:rPr>
              <a:t>Continued research is essential</a:t>
            </a:r>
          </a:p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1800" b="1">
                <a:solidFill>
                  <a:srgbClr val="FF0000"/>
                </a:solidFill>
                <a:latin typeface="Times New Roman"/>
              </a:rPr>
              <a:t>▶  </a:t>
            </a:r>
            <a:r>
              <a:rPr sz="2200" b="0">
                <a:solidFill>
                  <a:srgbClr val="000000"/>
                </a:solidFill>
                <a:latin typeface="Times New Roman"/>
              </a:rPr>
              <a:t>Future prospects are promising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0152" cy="137160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ctr"/>
            <a:r>
              <a:rPr sz="5400" b="1" i="0">
                <a:solidFill>
                  <a:srgbClr val="FF0000"/>
                </a:solidFill>
                <a:latin typeface="Times New Roman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0152" cy="64008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ctr"/>
            <a:r>
              <a:rPr sz="2200" b="0" i="0">
                <a:solidFill>
                  <a:srgbClr val="44546A"/>
                </a:solidFill>
                <a:latin typeface="Times New Roman"/>
              </a:rPr>
              <a:t>INTRODUCTION OF PHARMACOLOGY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504" y="6355994"/>
            <a:ext cx="2743200" cy="364845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l"/>
            <a:r>
              <a:rPr sz="1200" b="0" i="0">
                <a:solidFill>
                  <a:srgbClr val="59687A"/>
                </a:solidFill>
                <a:latin typeface="Times New Roman"/>
              </a:rPr>
              <a:t>05/05/2026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38904" y="6355994"/>
            <a:ext cx="4114800" cy="364845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ctr"/>
            <a:r>
              <a:rPr sz="1200" b="0" i="0">
                <a:solidFill>
                  <a:srgbClr val="59687A"/>
                </a:solidFill>
                <a:latin typeface="Times New Roman"/>
              </a:rPr>
              <a:t>DEPARTMENT OF PHARMACY PRACTICE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10904" y="6355994"/>
            <a:ext cx="2743200" cy="364845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r"/>
            <a:r>
              <a:rPr sz="1200" b="0" i="0">
                <a:solidFill>
                  <a:srgbClr val="59687A"/>
                </a:solidFill>
                <a:latin typeface="Times New Roman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