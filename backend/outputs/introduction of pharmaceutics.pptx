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introduction of pharmaceutics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Introduction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Pharmaceutics defined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Importance in healthcare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Branches of pharmaceutics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Pharmaceutics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Drug formulation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Delivery systems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Pharmacokinetics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Bioavailability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Dosage forms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Therapeutic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Drug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Research and design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Clinical trials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Regulatory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Pharmaceutics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Personalized medicine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Nanotechnology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Generic drugs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Conclusion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Pharmaceutics impact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Future advancements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Global healthcare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Presentation on: introduction of pharmaceutics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