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Trebuchet MS"/>
              </a:rPr>
              <a:t>https://india.uwa.edu.au about this 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49039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CADCFC"/>
                </a:solidFill>
                <a:latin typeface="Calibri"/>
              </a:rPr>
              <a:t>6 slides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45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Trebuchet MS"/>
              </a:rPr>
              <a:t>Introduction to UWA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08792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4F8EF7"/>
                </a:solidFill>
                <a:latin typeface="Calibri"/>
              </a:rPr>
              <a:t>▸  </a:t>
            </a:r>
            <a:r>
              <a:rPr sz="1600" b="0">
                <a:solidFill>
                  <a:srgbClr val="333333"/>
                </a:solidFill>
                <a:latin typeface="Calibri"/>
              </a:rPr>
              <a:t>University of Western Australia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4F8EF7"/>
                </a:solidFill>
                <a:latin typeface="Calibri"/>
              </a:rPr>
              <a:t>▸  </a:t>
            </a:r>
            <a:r>
              <a:rPr sz="1600" b="0">
                <a:solidFill>
                  <a:srgbClr val="333333"/>
                </a:solidFill>
                <a:latin typeface="Calibri"/>
              </a:rPr>
              <a:t>Global connections with India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4F8EF7"/>
                </a:solidFill>
                <a:latin typeface="Calibri"/>
              </a:rPr>
              <a:t>▸  </a:t>
            </a:r>
            <a:r>
              <a:rPr sz="1600" b="0">
                <a:solidFill>
                  <a:srgbClr val="333333"/>
                </a:solidFill>
                <a:latin typeface="Calibri"/>
              </a:rPr>
              <a:t>Academic partnerships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45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Trebuchet MS"/>
              </a:rPr>
              <a:t>India Website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08792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4F8EF7"/>
                </a:solidFill>
                <a:latin typeface="Calibri"/>
              </a:rPr>
              <a:t>▸  </a:t>
            </a:r>
            <a:r>
              <a:rPr sz="1600" b="0">
                <a:solidFill>
                  <a:srgbClr val="333333"/>
                </a:solidFill>
                <a:latin typeface="Calibri"/>
              </a:rPr>
              <a:t>Dedicated India page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4F8EF7"/>
                </a:solidFill>
                <a:latin typeface="Calibri"/>
              </a:rPr>
              <a:t>▸  </a:t>
            </a:r>
            <a:r>
              <a:rPr sz="1600" b="0">
                <a:solidFill>
                  <a:srgbClr val="333333"/>
                </a:solidFill>
                <a:latin typeface="Calibri"/>
              </a:rPr>
              <a:t>Study options and courses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4F8EF7"/>
                </a:solidFill>
                <a:latin typeface="Calibri"/>
              </a:rPr>
              <a:t>▸  </a:t>
            </a:r>
            <a:r>
              <a:rPr sz="1600" b="0">
                <a:solidFill>
                  <a:srgbClr val="333333"/>
                </a:solidFill>
                <a:latin typeface="Calibri"/>
              </a:rPr>
              <a:t>Admissions process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45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Trebuchet MS"/>
              </a:rPr>
              <a:t>Study Options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08792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4F8EF7"/>
                </a:solidFill>
                <a:latin typeface="Calibri"/>
              </a:rPr>
              <a:t>▸  </a:t>
            </a:r>
            <a:r>
              <a:rPr sz="1600" b="0">
                <a:solidFill>
                  <a:srgbClr val="333333"/>
                </a:solidFill>
                <a:latin typeface="Calibri"/>
              </a:rPr>
              <a:t>Undergraduate programs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4F8EF7"/>
                </a:solidFill>
                <a:latin typeface="Calibri"/>
              </a:rPr>
              <a:t>▸  </a:t>
            </a:r>
            <a:r>
              <a:rPr sz="1600" b="0">
                <a:solidFill>
                  <a:srgbClr val="333333"/>
                </a:solidFill>
                <a:latin typeface="Calibri"/>
              </a:rPr>
              <a:t>Postgraduate courses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4F8EF7"/>
                </a:solidFill>
                <a:latin typeface="Calibri"/>
              </a:rPr>
              <a:t>▸  </a:t>
            </a:r>
            <a:r>
              <a:rPr sz="1600" b="0">
                <a:solidFill>
                  <a:srgbClr val="333333"/>
                </a:solidFill>
                <a:latin typeface="Calibri"/>
              </a:rPr>
              <a:t>Research opportunities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45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Trebuchet MS"/>
              </a:rPr>
              <a:t>Why Choose UWA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08792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4F8EF7"/>
                </a:solidFill>
                <a:latin typeface="Calibri"/>
              </a:rPr>
              <a:t>▸  </a:t>
            </a:r>
            <a:r>
              <a:rPr sz="1600" b="0">
                <a:solidFill>
                  <a:srgbClr val="333333"/>
                </a:solidFill>
                <a:latin typeface="Calibri"/>
              </a:rPr>
              <a:t>World-class research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4F8EF7"/>
                </a:solidFill>
                <a:latin typeface="Calibri"/>
              </a:rPr>
              <a:t>▸  </a:t>
            </a:r>
            <a:r>
              <a:rPr sz="1600" b="0">
                <a:solidFill>
                  <a:srgbClr val="333333"/>
                </a:solidFill>
                <a:latin typeface="Calibri"/>
              </a:rPr>
              <a:t>Global reputation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4F8EF7"/>
                </a:solidFill>
                <a:latin typeface="Calibri"/>
              </a:rPr>
              <a:t>▸  </a:t>
            </a:r>
            <a:r>
              <a:rPr sz="1600" b="0">
                <a:solidFill>
                  <a:srgbClr val="333333"/>
                </a:solidFill>
                <a:latin typeface="Calibri"/>
              </a:rPr>
              <a:t>Student support services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45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Trebuchet MS"/>
              </a:rPr>
              <a:t>Admissions and Scholarships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08792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4F8EF7"/>
                </a:solidFill>
                <a:latin typeface="Calibri"/>
              </a:rPr>
              <a:t>▸  </a:t>
            </a:r>
            <a:r>
              <a:rPr sz="1600" b="0">
                <a:solidFill>
                  <a:srgbClr val="333333"/>
                </a:solidFill>
                <a:latin typeface="Calibri"/>
              </a:rPr>
              <a:t>Entry requirements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4F8EF7"/>
                </a:solidFill>
                <a:latin typeface="Calibri"/>
              </a:rPr>
              <a:t>▸  </a:t>
            </a:r>
            <a:r>
              <a:rPr sz="1600" b="0">
                <a:solidFill>
                  <a:srgbClr val="333333"/>
                </a:solidFill>
                <a:latin typeface="Calibri"/>
              </a:rPr>
              <a:t>Scholarship opportunities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4F8EF7"/>
                </a:solidFill>
                <a:latin typeface="Calibri"/>
              </a:rPr>
              <a:t>▸  </a:t>
            </a:r>
            <a:r>
              <a:rPr sz="1600" b="0">
                <a:solidFill>
                  <a:srgbClr val="333333"/>
                </a:solidFill>
                <a:latin typeface="Calibri"/>
              </a:rPr>
              <a:t>Application deadlines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45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Trebuchet MS"/>
              </a:rPr>
              <a:t>Conclusion and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08792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4F8EF7"/>
                </a:solidFill>
                <a:latin typeface="Calibri"/>
              </a:rPr>
              <a:t>▸  </a:t>
            </a:r>
            <a:r>
              <a:rPr sz="1600" b="0">
                <a:solidFill>
                  <a:srgbClr val="333333"/>
                </a:solidFill>
                <a:latin typeface="Calibri"/>
              </a:rPr>
              <a:t>Take the first step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4F8EF7"/>
                </a:solidFill>
                <a:latin typeface="Calibri"/>
              </a:rPr>
              <a:t>▸  </a:t>
            </a:r>
            <a:r>
              <a:rPr sz="1600" b="0">
                <a:solidFill>
                  <a:srgbClr val="333333"/>
                </a:solidFill>
                <a:latin typeface="Calibri"/>
              </a:rPr>
              <a:t>Apply now to UWA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4F8EF7"/>
                </a:solidFill>
                <a:latin typeface="Calibri"/>
              </a:rPr>
              <a:t>▸  </a:t>
            </a:r>
            <a:r>
              <a:rPr sz="1600" b="0">
                <a:solidFill>
                  <a:srgbClr val="333333"/>
                </a:solidFill>
                <a:latin typeface="Calibri"/>
              </a:rPr>
              <a:t>Start your journey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Trebuchet MS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49039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CADCFC"/>
                </a:solidFill>
                <a:latin typeface="Calibri"/>
              </a:rPr>
              <a:t>Presentation on: https://india.uwa.edu.au about this site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