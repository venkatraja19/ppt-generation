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Trebuchet MS"/>
              </a:rPr>
              <a:t>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ADCFC"/>
                </a:solidFill>
                <a:latin typeface="Calibri"/>
              </a:rPr>
              <a:t>6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Introduction to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Machine Learning defined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Key applications listed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Importance explained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ML 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Supervised learning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Unsupervised learning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Reinforcement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ML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Neural networks used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Decision trees applied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Clustering analyzed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ML Model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Data preprocessing done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Model selection criteria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Hyperparameter tuning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ML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Image recognition used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Natural language processed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Predictive analytics applied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Conclusion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Key takeaways summarized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Future prospects outlined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Final thoughts provided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Trebuchet M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ADCFC"/>
                </a:solidFill>
                <a:latin typeface="Calibri"/>
              </a:rPr>
              <a:t>Presentation on: Machine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