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lumber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Wood product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Building material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Natural resource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Softwood lumber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Hardwood lumber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Engineered lumber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Construction framing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Furniture making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Flooring installation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Renewable resource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Energy efficient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Aesthetically pleasing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Deforestation risks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Moisture damage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Pest infestation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Lumber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Sustainable practices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Responsible sourcing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Innovative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Presentation on: lumber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