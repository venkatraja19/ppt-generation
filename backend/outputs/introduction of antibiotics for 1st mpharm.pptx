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Trebuchet MS"/>
              </a:rPr>
              <a:t>introduction of antibiotics for 1st mpharm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ADCFC"/>
                </a:solidFill>
                <a:latin typeface="Calibri"/>
              </a:rPr>
              <a:t>6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rebuchet MS"/>
              </a:rPr>
              <a:t>Introduction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0879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Antibiotics defined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Importance in medicine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History of use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rebuchet MS"/>
              </a:rPr>
              <a:t>Types of Antibiotics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0879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Broad spectrum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Narrow spectrum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Natural sources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rebuchet MS"/>
              </a:rPr>
              <a:t>Mechanisms of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0879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Inhibiting cell walls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Disrupting membranes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Interfering with DNA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rebuchet MS"/>
              </a:rPr>
              <a:t>Antibiotic Resistance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0879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Causes of resistance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Consequences of misuse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Prevention strategies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rebuchet MS"/>
              </a:rPr>
              <a:t>Clinical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0879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Treating infections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Surgical prophylaxis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Disease prevention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745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Trebuchet MS"/>
              </a:rPr>
              <a:t>Future Directions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10908792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New antibiotic development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Alternative therapies</a:t>
            </a:r>
          </a:p>
          <a:p>
            <a:pPr>
              <a:spcBef>
                <a:spcPts val="600"/>
              </a:spcBef>
              <a:spcAft>
                <a:spcPts val="200"/>
              </a:spcAft>
            </a:pPr>
            <a:r>
              <a:rPr sz="1600" b="1">
                <a:solidFill>
                  <a:srgbClr val="4F8EF7"/>
                </a:solidFill>
                <a:latin typeface="Calibri"/>
              </a:rPr>
              <a:t>▸  </a:t>
            </a:r>
            <a:r>
              <a:rPr sz="1600" b="0">
                <a:solidFill>
                  <a:srgbClr val="333333"/>
                </a:solidFill>
                <a:latin typeface="Calibri"/>
              </a:rPr>
              <a:t>Global health initiatives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Trebuchet M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749039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ADCFC"/>
                </a:solidFill>
                <a:latin typeface="Calibri"/>
              </a:rPr>
              <a:t>Presentation on: introduction of antibiotics for 1st mpharm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