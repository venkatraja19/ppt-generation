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4000" b="1" i="0">
                <a:solidFill>
                  <a:srgbClr val="FF0000"/>
                </a:solidFill>
                <a:latin typeface="Times New Roman"/>
              </a:rPr>
              <a:t>CREATE A POWERPOINT PRESENTATION FOR PHARMACOTHERAPEUTICS-1 ON THYROID DISEASES.
INCLUDE THE FOLLOWING TOPICS:
1. INTRODUCTION TO THYROID GLAND
2. HYPOTHYROIDISM
   - DEFINITION
   - CAUSES (ETIOLOGY)
   - PATHOPHYSIOLOGY
   - SIGNS AND SYMPTOMS
   - DIAGNOSIS
3. HYPERTHYROIDISM
   - DEFINITION
   - CAUSES (ETIOLOGY)
   - PATHOPHYSIOLOGY
   - SIGNS AND SYMPTOMS
   - DIAGNOSIS
4. MANAGEMENT OF THYROID DISORDERS (AS PER STANDARD GUIDELINES)
   - PHARMACOLOGICAL TREATMENT
   - NON-PHARMACOLOGICAL MANAGEMENT
   - DRUG EXAMPLES AND MECHANISMS
5. CONCLUSION
6. REFERENCES
MAKE THE SLIDES CLEAR, CONCISE, AND SUITABLE FOR ACADEMIC PRESENTATION. INCLUDE BULLET POINTS AND SIMPLE EXPLANATIONS.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1828800"/>
            <a:ext cx="10515600" cy="27432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Introduction to Thyroid Gland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Thyroid Gland Anatomy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Hypothyroidism Definition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Hypothyroidism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Introduction to Thyroid Gland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The thyroid gland is a vital endocrine organ that produces hormones regulating metabolism, growth, and development. Located in the neck, it plays a crucial role in maintaining overall health. The thyroid gland produces two main hormones: triiodothyronine (T3) and thyroxine (T4).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Regulates metabolism and energy production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Influences growth and development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Produces triiodothyronine (T3) and thyroxine (T4) hormones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Thyroid Gland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944" y="1917496"/>
            <a:ext cx="5349240" cy="434705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i="1">
                <a:solidFill>
                  <a:srgbClr val="FF0000"/>
                </a:solidFill>
                <a:latin typeface="Times New Roman"/>
              </a:rPr>
              <a:t>The thyroid gland is located in the neck, below the larynx. It consists of two lobes connected by an isthmus. The gland is surrounded by a fibrous capsule and contains follicles that produce and store thyroid hormones.</a:t>
            </a:r>
          </a:p>
          <a:p>
            <a:pPr>
              <a:spcBef>
                <a:spcPts val="700"/>
              </a:spcBef>
              <a:spcAft>
                <a:spcPts val="4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Located in the neck, below the larynx</a:t>
            </a:r>
          </a:p>
          <a:p>
            <a:pPr>
              <a:spcBef>
                <a:spcPts val="700"/>
              </a:spcBef>
              <a:spcAft>
                <a:spcPts val="4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Consists of two lobes connected by an isthmus</a:t>
            </a:r>
          </a:p>
          <a:p>
            <a:pPr>
              <a:spcBef>
                <a:spcPts val="700"/>
              </a:spcBef>
              <a:spcAft>
                <a:spcPts val="4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Surrounded by a fibrous capsule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344" y="1826056"/>
            <a:ext cx="5592471" cy="43470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Hypothyroidism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Hypothyroidism is a condition characterized by an underactive thyroid gland, resulting in insufficient production of thyroid hormones. This can lead to a range of symptoms, including fatigue, weight gain, and cold intolerance.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Underactive thyroid gland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Insufficient production of thyroid hormones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Can cause fatigue, weight gain, and cold intolerance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Hypothyroidism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Hypothyroidism can be caused by various factors, including autoimmune disorders, thyroid surgery, and radiation therapy. Other causes include certain medications, pituitary gland problems, and iodine deficiency.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Autoimmune disorders (e.g., Hashimoto's thyroiditis)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Thyroid surgery or radiation therapy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Certain medications (e.g., lithium, amiodarone)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Hypothyroidism Pathophysiology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In hypothyroidism, the thyroid gland fails to produce sufficient thyroid hormones, leading to a decrease in metabolic rate. This can cause a range of symptoms, including fatigue, weight gain, and dry skin.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Decreased production of thyroid hormones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Decreased metabolic rate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Can cause fatigue, weight gain, and dry skin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Hypothyroidism Signs and Symptoms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6056"/>
            <a:ext cx="5029200" cy="43470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304" y="1917496"/>
            <a:ext cx="5775351" cy="434705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i="1">
                <a:solidFill>
                  <a:srgbClr val="44546A"/>
                </a:solidFill>
                <a:latin typeface="Times New Roman"/>
              </a:rPr>
              <a:t>Hypothyroidism can cause a range of signs and symptoms, including fatigue, weight gain, and cold intolerance. Other symptoms include dry skin, hair loss, and depression.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000">
                <a:solidFill>
                  <a:srgbClr val="000000"/>
                </a:solidFill>
                <a:latin typeface="Times New Roman"/>
              </a:rPr>
              <a:t>Fatigue and weakness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000">
                <a:solidFill>
                  <a:srgbClr val="000000"/>
                </a:solidFill>
                <a:latin typeface="Times New Roman"/>
              </a:rPr>
              <a:t>Weight gain and cold intolerance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000">
                <a:solidFill>
                  <a:srgbClr val="000000"/>
                </a:solidFill>
                <a:latin typeface="Times New Roman"/>
              </a:rPr>
              <a:t>Dry skin and hair loss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Hypothyroidism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Hypothyroidism is typically diagnosed using blood tests to measure thyroid hormone levels. Other diagnostic tests include thyroid-stimulating hormone (TSH) tests and free thyroxine (FT4) tests.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Blood tests to measure thyroid hormone levels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Thyroid-stimulating hormone (TSH) tests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Free thyroxine (FT4) tests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Hyperthyroidism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Hyperthyroidism is a condition characterized by an overactive thyroid gland, resulting in excessive production of thyroid hormones. This can lead to a range of symptoms, including weight loss, palpitations, and anxiety.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Overactive thyroid gland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Excessive production of thyroid hormones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Can cause weight loss, palpitations, and anxiety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Hyperthyroidism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Hyperthyroidism can be caused by various factors, including autoimmune disorders, thyroid nodules, and excessive iodine intake. Other causes include certain medications and pituitary gland problems.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Autoimmune disorders (e.g., Graves' disease)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Thyroid nodules or tumors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Excessive iodine intake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Hyperthyroidism Pathophysiology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In hyperthyroidism, the thyroid gland produces excessive thyroid hormones, leading to an increase in metabolic rate. This can cause a range of symptoms, including weight loss, palpitations, and anxiety.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Excessive production of thyroid hormones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Increased metabolic rate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Can cause weight loss, palpitations, and anxiety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Hyperthyroidism Signs and Symptoms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944" y="1917496"/>
            <a:ext cx="5349240" cy="434705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i="1">
                <a:solidFill>
                  <a:srgbClr val="FF0000"/>
                </a:solidFill>
                <a:latin typeface="Times New Roman"/>
              </a:rPr>
              <a:t>Hyperthyroidism can cause a range of signs and symptoms, including weight loss, palpitations, and anxiety. Other symptoms include heat intolerance, tremors, and exophthalmos.</a:t>
            </a:r>
          </a:p>
          <a:p>
            <a:pPr>
              <a:spcBef>
                <a:spcPts val="700"/>
              </a:spcBef>
              <a:spcAft>
                <a:spcPts val="4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Weight loss and palpitations</a:t>
            </a:r>
          </a:p>
          <a:p>
            <a:pPr>
              <a:spcBef>
                <a:spcPts val="700"/>
              </a:spcBef>
              <a:spcAft>
                <a:spcPts val="4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Anxiety and heat intolerance</a:t>
            </a:r>
          </a:p>
          <a:p>
            <a:pPr>
              <a:spcBef>
                <a:spcPts val="700"/>
              </a:spcBef>
              <a:spcAft>
                <a:spcPts val="4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Tremors and exophthalmos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344" y="1826056"/>
            <a:ext cx="5592471" cy="43470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Hyperthyroidism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Hyperthyroidism is typically diagnosed using blood tests to measure thyroid hormone levels. Other diagnostic tests include thyroid-stimulating hormone (TSH) tests and free thyroxine (FT4) tests.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Blood tests to measure thyroid hormone levels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Thyroid-stimulating hormone (TSH) tests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Free thyroxine (FT4) tests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Management of Thyroid Disorders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The management of thyroid disorders typically involves a combination of pharmacological and non-pharmacological treatments. The goal of treatment is to restore normal thyroid hormone levels and alleviate symptoms.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Pharmacological treatments (e.g., levothyroxine, methimazole)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Non-pharmacological treatments (e.g., lifestyle modifications, surgery)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Goal of treatment is to restore normal thyroid hormone levels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Pharmacological Treatment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Pharmacological treatment for thyroid disorders typically involves the use of thyroid hormone replacement therapy or anti-thyroid medications. The choice of medication depends on the specific condition and severity of symptoms.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Thyroid hormone replacement therapy (e.g., levothyroxine)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Anti-thyroid medications (e.g., methimazole, propylthiouracil)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Choice of medication depends on condition and severity of symptoms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Non-Pharmacological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16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6056"/>
            <a:ext cx="5029200" cy="43470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304" y="1917496"/>
            <a:ext cx="5775351" cy="434705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i="1">
                <a:solidFill>
                  <a:srgbClr val="44546A"/>
                </a:solidFill>
                <a:latin typeface="Times New Roman"/>
              </a:rPr>
              <a:t>Non-pharmacological management of thyroid disorders typically involves lifestyle modifications, such as dietary changes and stress reduction. Surgery may also be necessary in some cases.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000">
                <a:solidFill>
                  <a:srgbClr val="000000"/>
                </a:solidFill>
                <a:latin typeface="Times New Roman"/>
              </a:rPr>
              <a:t>Lifestyle modifications (e.g., dietary changes, stress reduction)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000">
                <a:solidFill>
                  <a:srgbClr val="000000"/>
                </a:solidFill>
                <a:latin typeface="Times New Roman"/>
              </a:rPr>
              <a:t>Surgery (e.g., thyroidectomy, radioiodine ablation)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000">
                <a:solidFill>
                  <a:srgbClr val="000000"/>
                </a:solidFill>
                <a:latin typeface="Times New Roman"/>
              </a:rPr>
              <a:t>Goal of non-pharmacological management is to alleviate symptoms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Drug Examples and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Examples of medications used to treat thyroid disorders include levothyroxine, methimazole, and propylthiouracil. These medications work by replacing or inhibiting thyroid hormones, respectively.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Levothyroxine (thyroid hormone replacement therapy)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Methimazole and propylthiouracil (anti-thyroid medications)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Mechanisms of action involve replacement or inhibition of thyroid hormones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Treatment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871776"/>
            <a:ext cx="10149840" cy="5486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800" b="0" i="1">
                <a:solidFill>
                  <a:srgbClr val="44546A"/>
                </a:solidFill>
                <a:latin typeface="Times New Roman"/>
              </a:rPr>
              <a:t>The treatment algorithm for thyroid disorders typically involves a step-wise approach, starting with lifestyle modifications and progressing to pharmacological treatment if necessary.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0808" y="2944368"/>
            <a:ext cx="347472" cy="34747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0808" y="2944368"/>
            <a:ext cx="347472" cy="347472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2984" y="3337560"/>
            <a:ext cx="2103120" cy="11887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6136" y="3447288"/>
            <a:ext cx="1956816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Lifestyle modifications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6104" y="3730752"/>
            <a:ext cx="411480" cy="40233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2200" b="1" i="0">
                <a:solidFill>
                  <a:srgbClr val="FF0000"/>
                </a:solidFill>
                <a:latin typeface="Times New Roman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85408" y="2944368"/>
            <a:ext cx="347472" cy="347472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85408" y="2944368"/>
            <a:ext cx="347472" cy="347472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7584" y="3337560"/>
            <a:ext cx="2103120" cy="11887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0736" y="3447288"/>
            <a:ext cx="1956816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Times New Roman"/>
              </a:rPr>
              <a:t>Pharmacological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704" y="3730752"/>
            <a:ext cx="411480" cy="40233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2200" b="1" i="0">
                <a:solidFill>
                  <a:srgbClr val="FF0000"/>
                </a:solidFill>
                <a:latin typeface="Times New Roman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0008" y="2944368"/>
            <a:ext cx="347472" cy="34747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0008" y="2944368"/>
            <a:ext cx="347472" cy="347472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22184" y="3337560"/>
            <a:ext cx="2103120" cy="118872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5336" y="3447288"/>
            <a:ext cx="1956816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Surgery or other interventions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In conclusion, thyroid disorders are common endocrine conditions that require prompt diagnosis and treatment. A combination of pharmacological and non-pharmacological treatments can help restore normal thyroid hormone levels and alleviate symptoms.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Thyroid disorders are common endocrine conditions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Prompt diagnosis and treatment are essential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Combination of treatments can help restore normal thyroid hormone levels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12344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i="1">
                <a:solidFill>
                  <a:srgbClr val="FF0000"/>
                </a:solidFill>
                <a:latin typeface="Times New Roman"/>
              </a:rPr>
              <a:t>References for this presentation include various medical textbooks, journal articles, and online resources. A list of references is provided below.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384" y="3197656"/>
            <a:ext cx="1033272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3362248"/>
            <a:ext cx="10332720" cy="28382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Medical textbooks (e.g., Harrison's Principles of Internal Medicine)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Journal articles (e.g., New England Journal of Medicine, Journal of Clinical Endocrinology and Metabolism)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7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100">
                <a:solidFill>
                  <a:srgbClr val="000000"/>
                </a:solidFill>
                <a:latin typeface="Times New Roman"/>
              </a:rPr>
              <a:t>Online resources (e.g., Mayo Clinic, National Institutes of Health)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5400" b="1" i="0">
                <a:solidFill>
                  <a:srgbClr val="FF0000"/>
                </a:solidFill>
                <a:latin typeface="Times New Roman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2200" b="0" i="0">
                <a:solidFill>
                  <a:srgbClr val="44546A"/>
                </a:solidFill>
                <a:latin typeface="Times New Roman"/>
              </a:rPr>
              <a:t>Create a PowerPoint presentation for Pharmacotherapeutics-1 on Thyroid Diseases.
Include the following topics:
1. Introduction to Thyroid Gland
2. Hypothyroidism
   - Definition
   - Causes (Etiology)
   - Pathophysiology
   - Signs and Symptoms
   - Diagnosis
3. Hyperthyroidism
   - Definition
   - Causes (Etiology)
   - Pathophysiology
   - Signs and Symptoms
   - Diagnosis
4. Management of Thyroid Disorders (as per standard guidelines)
   - Pharmacological treatment
   - Non-pharmacological management
   - Drug examples and mechanisms
5. Conclusion
6. References
Make the slides clear, concise, and suitable for academic presentation. Include bullet points and simple explanations.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